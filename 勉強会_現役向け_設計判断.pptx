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B0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21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現役エンジニア勉強会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ビルドレス単一HTMLの設計判断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タイマー精度 / 状態管理 / XSS / メモリ / テスト容易性 ― 制約が設計を決める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題材：うさうさ研修ツール 6モード統合版（v5.0.0 / 単一HTML・外部依存ゼロ）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なぜビルドレスの単一HTMLか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研修現場PCの制約 ＝ インストール権限なし・ネット制限・プロキシ・古いブラウザ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91440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配布単位はファイル1つ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46320" y="192024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メール添付・USBで配れる。CDN/npm依存は不可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91440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4612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外部リソースゼロ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324612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Webフォントも読まない（CORS・オフライン両面で安全側）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91440" cy="1051560"/>
          </a:xfrm>
          <a:prstGeom prst="rect">
            <a:avLst/>
          </a:prstGeom>
          <a:solidFill>
            <a:srgbClr val="21B0A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5720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永続化しない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457200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個人情報を扱う可能性。ブラウザストレージに残さない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8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トレードオフ：型・モジュール分割・テストランナーを捨て、純粋関数＋自己テストで品質担保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論点1：タイマー精度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BEEF1"/>
          </a:solidFill>
          <a:ln w="19050">
            <a:solidFill>
              <a:srgbClr val="C055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アンチパターン：カウントダウン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setInterval(() =&gt; { remain--; }, 1000);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間引き・スロットリングで累積ドリフト → 30秒が32〜33秒に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E6F4F1"/>
          </a:solidFill>
          <a:ln w="19050">
            <a:solidFill>
              <a:srgbClr val="21B0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002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80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採用：終了時刻からの逆算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057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endAt = Date.now() + ms;  rem = endAt - Date.now();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92240" y="2606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残りは常に実時計の引き算。setIntervalは再描画トリガに格下げ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要点：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残り時間＝endAt − Date.now()。真実は単調増加する実時計に委ねる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描画は100msに。残り秒は Math.ceil で切り上げ（最後の1秒が一瞬で消えるのを防ぐ）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一時停止＝残msを保存／再開＝endAtを引き直す。状態を2変数で表現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厳密さを求めるなら performance.now() も選択肢（システム時刻変更の影響を受けない）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論点2：フレームワークなしの状態管理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400800" cy="2286000"/>
          </a:xfrm>
          <a:prstGeom prst="rect">
            <a:avLst/>
          </a:prstGeom>
          <a:solidFill>
            <a:srgbClr val="1E2230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9164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records = [];  // single source of truth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judge(ok){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records.push({ok, who:sanitize(...), n:...});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renderLog(); renderScore(ok);  // 状態→描画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0" y="1463040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状態→描画の一方向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records更新→render*を呼ぶだけ（React的re-renderを手で再現）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renderは毎回 innerHTML="" で全描画。数十件なら差分計算は過剰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UIの表示/非表示も状態(running)から導出し乖離を防ぐ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E9EEF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有限状態機械として意識する：idle / running / paused / done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「二重start防止」「過剰undoでも空配列で壊れない」といったガードは、状態遷移を意識すると漏れにくい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論点3：入力の正規化とXSS（二段構え）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E9EEF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入口：sanitize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.replace(/[\r\n\t]+/g," 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.replace(/\s{2,}/g," ").trim()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slice(0,60)+"…"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改行を残すと「1行1問」のコピー出力が壊れる。表示崩れではなく出力前提を守る正規化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E9EEF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出口：escape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s.replace(/[&amp;&lt;&gt;"]/g, c =&gt; map[c])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92608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ログはinnerHTMLで組むためescape必須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textContentで組めば不要だが、1行に複数要素を組むためinnerHTMLを選択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不変条件：innerHTMLを使う箇所は必ずescapeを通す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論点4・5：メモリと、ビルドレスのテスト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E6F4F1"/>
          </a:solidFill>
          <a:ln w="16510">
            <a:solidFill>
              <a:srgbClr val="21B0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80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メモリ：演出DOMは必ず破棄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WAAPI(element.animate)で宣言的に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完了後 setTimeout→remove() で確実に破棄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フラグで多重生成をガード（連続発火の積み上がり防止）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DLは createObjectURL→revokeObjectURL で解放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E9EEF3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テスト：純粋関数＋自己テスト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33172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副作用(DOM)と純粋ロジック(集計・整形)を分離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起動時にインライン自己テスト → 画面に n/n 表示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CI代わりにNode+vmで擬似DOM実行し回帰確認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本ツールは自己テスト38項目を全通過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B0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まとめ：制約が設計を決める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114800"/>
                <a:gridCol w="4389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論点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採用した判断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理由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配布形態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単一HTML・外部依存ゼロ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インストール/ネット制限への適合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タイマー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時刻基準(endAt − now)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setIntervalのドリフト回避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状態管理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スコープ変数＋全描画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規模に対し差分計算は過剰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入力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sanitize＋escapeの二段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出力崩れとXSSの両方を防ぐ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演出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WAAPI＋確実なremove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長時間運用のリーク防止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テスト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純粋関数＋自己テスト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7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ビルドレスでの回帰検知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「FWがないから雑でいい」ではなく「制約が厳しいからこそ設計判断が要る」 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ビルドレス単一HTMLの設計判断</dc:title>
  <dc:subject>PptxGenJS Presentation</dc:subject>
  <dc:creator>うさうさ研修工房</dc:creator>
  <cp:lastModifiedBy>うさうさ研修工房</cp:lastModifiedBy>
  <cp:revision>1</cp:revision>
  <dcterms:created xsi:type="dcterms:W3CDTF">2026-06-01T20:58:13Z</dcterms:created>
  <dcterms:modified xsi:type="dcterms:W3CDTF">2026-06-01T20:58:13Z</dcterms:modified>
</cp:coreProperties>
</file>