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011680"/>
            <a:ext cx="4754880" cy="4754880"/>
          </a:xfrm>
          <a:prstGeom prst="ellipse">
            <a:avLst/>
          </a:prstGeom>
          <a:solidFill>
            <a:srgbClr val="16482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206240" cy="4206240"/>
          </a:xfrm>
          <a:prstGeom prst="ellipse">
            <a:avLst/>
          </a:prstGeom>
          <a:solidFill>
            <a:srgbClr val="16482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952805"/>
            <a:ext cx="563270" cy="563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F6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うさうさエンジニア研究室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受講生が「問題」を作れる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研修ツールの作り方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868680" y="429768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E0A43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297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新人エンジニア向け 実装入門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5029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F6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 1枚で動く・むずかしい道具は使いません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868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9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v5.5.0  /  2026-06-02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WHY  なぜこの作りなのか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「確実に動く」が、いちばん大事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65960" y="2240280"/>
            <a:ext cx="822960" cy="82296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011" y="242133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ネットが不安定でも動く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外部サーバーに頼らないから、オフラインでも安心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61688" y="19202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7568" y="2240280"/>
            <a:ext cx="822960" cy="82296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19" y="242133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0288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開くだけで使える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36008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インストール不要。ファイルを1つ渡すだけ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83296" y="192024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09176" y="2240280"/>
            <a:ext cx="822960" cy="82296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27" y="242133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1896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壊れにくい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57616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外部ライブラリゼロ。CDNが落ちても影響なし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豪華な道具より、確実に動く道具のほうが現場では強い。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WHAT  追加した2つの機能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タイマー自由化 ＆ 受講生が出題者に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BEFD6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237561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秒数を自由に決める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32004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15秒・30秒のボタンに加えて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1〜3600秒を自由に入力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範囲外は自動でなおす（0→1, 3600超→3600）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空欄や文字はそっと無視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192024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E7F6EC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1945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1" y="237561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受講生が問題を作る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92240" y="32004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問題・答え（必須）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ヒント①②・作った人（任意）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「みんなの問題集」にたまる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Notion / メモ / PDF / CSV / Excel に出力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HOW  たとえで理解する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うさうさラーメン店でたとえると🍜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51760" y="2240280"/>
            <a:ext cx="914400" cy="914400"/>
          </a:xfrm>
          <a:prstGeom prst="ellipse">
            <a:avLst/>
          </a:prstGeom>
          <a:solidFill>
            <a:srgbClr val="FBEF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2928" y="244144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問題づくり＝厨房に入る体験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食べて感想を言うだけでなく、自分で一杯作ってみる。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作る側に回ると「味の構造」がわかる。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問題を作ると、理解の構造が見える。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183880" y="2240280"/>
            <a:ext cx="914400" cy="914400"/>
          </a:xfrm>
          <a:prstGeom prst="ellipse">
            <a:avLst/>
          </a:prstGeom>
          <a:solidFill>
            <a:srgbClr val="FBEF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244144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5080" y="32461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ヒント1段ずつ＝味見しながら塩を足す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46520" y="388620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最初に全部の塩を入れたら調整できない。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ヒントも一度に全部見せたら考える余地が消える。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だから1段ずつ開示する。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HOW  処理は「順番に並べる」だけ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「追加」ボタンが押されたら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7F6EC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入力をチェック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（問題・答えは必須）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688" y="297180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20440" y="21945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7F6EC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703320" y="2971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問題集の配列に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追加する</a:t>
            </a:r>
            <a:endParaRPr lang="en-US" sz="14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971800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0" y="21945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7F6EC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5379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583680" y="2971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番号をふり直す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＆画面を更新</a:t>
            </a:r>
            <a:endParaRPr lang="en-US" sz="14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08" y="297180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281160" y="21945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7F6EC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94183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9464040" y="2971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入力欄を</a:t>
            </a:r>
            <a:endParaRPr lang="en-US" sz="14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空にする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40080" y="4526280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16482D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4663440"/>
            <a:ext cx="10424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addQuestion()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(!q || !a) { showWarn('問題と答えは必須'); return; }  // ← おかしな入力は無視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qbank.push(buildQuestion({ q, a, h1, h2, by }));        // ← 配列に追加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renumberQ(); renderQBank(); clearQForm();              // ← 更新してクリア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コツ  予想外の入力を先に想定する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ユーザーは、必ず予想外のことをする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E7F6EC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942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空欄で押したら？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9514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0" y="2011680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何もせず終わる（return）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2999232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36976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999232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マイナスを入れたら？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28269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83680" y="2999232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1にそろえる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" y="3986784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E7F6EC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24528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3986784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3600より大きい数は？</a:t>
            </a:r>
            <a:endParaRPr lang="en-US" sz="16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270248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83680" y="3986784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3600にそろえる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640080" y="4974336"/>
            <a:ext cx="10881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212080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417320" y="4974336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文字を入れたら？</a:t>
            </a:r>
            <a:endParaRPr lang="en-US" sz="16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5257800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583680" y="4974336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数字でないので無視</a:t>
            </a:r>
            <a:endParaRPr lang="en-US" sz="1600" dirty="0"/>
          </a:p>
        </p:txBody>
      </p:sp>
      <p:sp>
        <p:nvSpPr>
          <p:cNvPr id="25" name="Text 15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「1〜3600におさめる」は Math.max(1, Math.min(3600, v)) の一行（=クランプ）。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645920"/>
            <a:ext cx="4937760" cy="4937760"/>
          </a:xfrm>
          <a:prstGeom prst="ellipse">
            <a:avLst/>
          </a:prstGeom>
          <a:solidFill>
            <a:srgbClr val="16482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876910"/>
            <a:ext cx="486461" cy="486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今日のまとめ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1920240"/>
            <a:ext cx="10058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F6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道具より考え方 ── 配列と関数だけで機能は作れる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F6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おかしな入力を先に想定する ── 空欄・文字・範囲外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F6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処理は順番に並べるだけ ── チェック→更新→クリア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F6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ユーザーの気持ちを想像する ── ヒントは1段ずつ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確実に動くものを作ることが、エンジニアリングの出発点。🐰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受講生が問題を作れる研修ツール 実装入門（新人向け）</dc:title>
  <dc:subject>PptxGenJS Presentation</dc:subject>
  <dc:creator>うさうさエンジニア研究室</dc:creator>
  <cp:lastModifiedBy>うさうさエンジニア研究室</cp:lastModifiedBy>
  <cp:revision>1</cp:revision>
  <dcterms:created xsi:type="dcterms:W3CDTF">2026-06-02T08:48:33Z</dcterms:created>
  <dcterms:modified xsi:type="dcterms:W3CDTF">2026-06-02T08:48:33Z</dcterms:modified>
</cp:coreProperties>
</file>