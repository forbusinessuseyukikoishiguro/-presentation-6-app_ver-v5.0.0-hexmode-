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97280"/>
            <a:ext cx="3291840" cy="3291840"/>
          </a:xfrm>
          <a:prstGeom prst="ellipse">
            <a:avLst/>
          </a:prstGeom>
          <a:solidFill>
            <a:srgbClr val="F0846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3A7BD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084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🐰 新人エンジニア勉強会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単一HTMLツールの中身を読んでみよう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 の「読める」を増やす ― うさうさ研修ツールを題材に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1920" y="61264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うさうさ研修工房　／　面白きこともなき世を面白く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このツールは3つの部品でできている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4EE"/>
          </a:solidFill>
          <a:ln w="25400">
            <a:solidFill>
              <a:srgbClr val="F0846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874520"/>
            <a:ext cx="731520" cy="731520"/>
          </a:xfrm>
          <a:prstGeom prst="ellipse">
            <a:avLst/>
          </a:prstGeom>
          <a:solidFill>
            <a:srgbClr val="F0846F"/>
          </a:solidFill>
          <a:ln/>
        </p:spPr>
      </p:sp>
      <p:sp>
        <p:nvSpPr>
          <p:cNvPr id="5" name="Text 3"/>
          <p:cNvSpPr/>
          <p:nvPr/>
        </p:nvSpPr>
        <p:spPr>
          <a:xfrm>
            <a:off x="196596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4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&lt;style&gt;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見た目（CSS）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色・大きさ・レイアウト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4EE"/>
          </a:solidFill>
          <a:ln w="25400">
            <a:solidFill>
              <a:srgbClr val="3A7BD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874520"/>
            <a:ext cx="731520" cy="73152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7B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画面の中身（HTML）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749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ボタン・入力欄・文字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4EE"/>
          </a:solidFill>
          <a:ln w="25400">
            <a:solidFill>
              <a:srgbClr val="3EC96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64040" y="1874520"/>
            <a:ext cx="731520" cy="731520"/>
          </a:xfrm>
          <a:prstGeom prst="ellipse">
            <a:avLst/>
          </a:prstGeom>
          <a:solidFill>
            <a:srgbClr val="3EC96F"/>
          </a:solidFill>
          <a:ln/>
        </p:spPr>
      </p:sp>
      <p:sp>
        <p:nvSpPr>
          <p:cNvPr id="17" name="Text 15"/>
          <p:cNvSpPr/>
          <p:nvPr/>
        </p:nvSpPr>
        <p:spPr>
          <a:xfrm>
            <a:off x="94640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C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動き（JavaScript）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3749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押したときの処理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この3つの関係が分かれば、Web画面の基本はほぼ理解できる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部品を「名前」で探して、書き換える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4206240"/>
          </a:xfrm>
          <a:prstGeom prst="rect">
            <a:avLst/>
          </a:prstGeom>
          <a:solidFill>
            <a:srgbClr val="1E1E28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6217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id="time"&gt;30&lt;/div&gt;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名前(id)で部品を探す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el = document.getElementById("time");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表示を書き換える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el.textContent = "15";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14630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4EE"/>
          </a:solidFill>
          <a:ln w="19050">
            <a:solidFill>
              <a:srgbClr val="F084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6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ポイント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0" y="22402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で部品を探す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に文字を入れると画面が変わる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最初は「30」でも、あとから書き換えられる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タイマーは「数える」より「引き算」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DEEEC"/>
          </a:solidFill>
          <a:ln w="19050">
            <a:solidFill>
              <a:srgbClr val="D9694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△ つい書きたくなる書き方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setInterval(() =&gt;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remain = remain - 1;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1000);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画面が裏に回ると間引かれ、30秒が32秒に…とズレる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E8F8EE"/>
          </a:solidFill>
          <a:ln w="19050">
            <a:solidFill>
              <a:srgbClr val="3EC96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C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◎ 採用した書き方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終わる時刻を先に決める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endAt = Date.now() + 30000;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残り = 終了時刻 − 今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rem = endAt - Date.now();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4206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時計から計算するので、何度呼ばれてもズレない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クイズの記録は「配列」にためる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766560" cy="4206240"/>
          </a:xfrm>
          <a:prstGeom prst="rect">
            <a:avLst/>
          </a:prstGeom>
          <a:solidFill>
            <a:srgbClr val="1E1E28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737360"/>
            <a:ext cx="6217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records = [];  // 入れ物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judge(ok) {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records.push({ ok, n: records.length+1 });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正解だけ数える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records.filter(r =&gt; r.ok).length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0" y="146304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FFF4EE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7B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覚えること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0" y="224028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push＝配列の最後に追加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1問を{オブジェクト}で表す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filter＝条件に合うものだけ取り出す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length＝個数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外から来た文字は、そのまま使わない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F0846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1554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sanitize（整える）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15544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改行や長すぎる文字を整理。表示崩れを防ぐ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594360" cy="594360"/>
          </a:xfrm>
          <a:prstGeom prst="ellipse">
            <a:avLst/>
          </a:prstGeom>
          <a:solidFill>
            <a:srgbClr val="3A7BD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971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escape（無害化）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297180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&gt; &amp; を記号扱いに。タグとして実行させない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594360" cy="594360"/>
          </a:xfrm>
          <a:prstGeom prst="ellipse">
            <a:avLst/>
          </a:prstGeom>
          <a:solidFill>
            <a:srgbClr val="3EC96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4389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自己テスト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43891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起動時に計算が合っているか自動チェック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「動けばいい」ではなく「壊れたら気づける」を新人のうちから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108960" cy="3108960"/>
          </a:xfrm>
          <a:prstGeom prst="ellipse">
            <a:avLst/>
          </a:prstGeom>
          <a:solidFill>
            <a:srgbClr val="F0846F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今日のまとめ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単一HTMLは「配って開くだけ」で動く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部品は getElementById で探し、textContent で書き換える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タイマーは「数える」ではなく「時刻の引き算」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記録は配列に push、集計は filter と length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外から来た文字は sanitize / escape してから扱う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起動時の自己テストで、壊れたらすぐ気づける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84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まずは小さなボタン1つと数字1つから、真似して動かしてみよう 🐰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単一HTMLツールの中身を読んでみよう</dc:title>
  <dc:subject>PptxGenJS Presentation</dc:subject>
  <dc:creator>うさうさ研修工房</dc:creator>
  <cp:lastModifiedBy>うさうさ研修工房</cp:lastModifiedBy>
  <cp:revision>1</cp:revision>
  <dcterms:created xsi:type="dcterms:W3CDTF">2026-06-01T20:56:25Z</dcterms:created>
  <dcterms:modified xsi:type="dcterms:W3CDTF">2026-06-01T20:56:25Z</dcterms:modified>
</cp:coreProperties>
</file>